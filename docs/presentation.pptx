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29400" y="1234440"/>
            <a:ext cx="1005840" cy="1005840"/>
          </a:xfrm>
          <a:prstGeom prst="ellipse">
            <a:avLst/>
          </a:prstGeom>
          <a:noFill/>
          <a:ln w="19050">
            <a:solidFill>
              <a:srgbClr val="F2A541">
                <a:alpha val="7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5080" y="960120"/>
            <a:ext cx="1554480" cy="1554480"/>
          </a:xfrm>
          <a:prstGeom prst="ellipse">
            <a:avLst/>
          </a:prstGeom>
          <a:noFill/>
          <a:ln w="19050">
            <a:solidFill>
              <a:srgbClr val="F2A541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80760" y="685800"/>
            <a:ext cx="2103120" cy="2103120"/>
          </a:xfrm>
          <a:prstGeom prst="ellipse">
            <a:avLst/>
          </a:prstGeom>
          <a:noFill/>
          <a:ln w="19050">
            <a:solidFill>
              <a:srgbClr val="F2A541">
                <a:alpha val="3000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603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TDMA Schedule Planner and Optimizer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Distance-2 graph colouring with spatial reuse, and an EMANE bridge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Sudarshan V  |  Vaan Megam Networks internship task  |  1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and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 (1 hop)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34440" y="2011680"/>
            <a:ext cx="1371600" cy="0"/>
          </a:xfrm>
          <a:prstGeom prst="line">
            <a:avLst/>
          </a:prstGeom>
          <a:noFill/>
          <a:ln w="38100">
            <a:solidFill>
              <a:srgbClr val="1248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17830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060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B must use different slots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80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terminal (2 hops)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234440" y="3611880"/>
            <a:ext cx="914400" cy="0"/>
          </a:xfrm>
          <a:prstGeom prst="line">
            <a:avLst/>
          </a:prstGeom>
          <a:noFill/>
          <a:ln w="38100">
            <a:solidFill>
              <a:srgbClr val="1248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06040" y="3611880"/>
            <a:ext cx="914400" cy="0"/>
          </a:xfrm>
          <a:prstGeom prst="line">
            <a:avLst/>
          </a:prstGeom>
          <a:noFill/>
          <a:ln w="38100">
            <a:solidFill>
              <a:srgbClr val="1248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832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48840" y="33832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1488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20440" y="33832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520440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C cannot hear each other but collide at B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754880" y="1280160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radios conflict exactly when they are 1 or 2 hops apart.</a:t>
            </a:r>
            <a:endParaRPr lang="en-US" sz="2000" dirty="0"/>
          </a:p>
          <a:p>
            <a:pPr indent="0" marL="0">
              <a:buNone/>
            </a:pPr>
            <a:r>
              <a:rPr lang="en-US" sz="8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the graph G</a:t>
            </a:r>
            <a:pPr indent="0" marL="0">
              <a:buNone/>
            </a:pPr>
            <a:r>
              <a:rPr lang="en-US" sz="2000" b="1" baseline="300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scheduling = vertex colouring of G</a:t>
            </a:r>
            <a:pPr indent="0" marL="0">
              <a:buNone/>
            </a:pPr>
            <a:r>
              <a:rPr lang="en-US" sz="2000" b="1" baseline="30000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pPr indent="0" marL="0">
              <a:buNone/>
            </a:pPr>
            <a:r>
              <a:rPr lang="en-US" sz="20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9260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= time slot; number of colours = frame length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3+ hops apart reuse a slot (spatial reuse)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Radios are linked if within 500 m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colouring is NP-hard, so heuristics plus a bound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pipeline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99616" cy="2926080"/>
          </a:xfrm>
          <a:prstGeom prst="roundRect">
            <a:avLst>
              <a:gd name="adj" fmla="val 6098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78408" y="15544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784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graph, edge if distance &lt;= 500 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39696" y="1371600"/>
            <a:ext cx="1499616" cy="2926080"/>
          </a:xfrm>
          <a:prstGeom prst="roundRect">
            <a:avLst>
              <a:gd name="adj" fmla="val 6098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60904" y="15544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660904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49424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graph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9424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pairs within 1 or 2 hops (G squared)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22192" y="1371600"/>
            <a:ext cx="1499616" cy="2926080"/>
          </a:xfrm>
          <a:prstGeom prst="roundRect">
            <a:avLst>
              <a:gd name="adj" fmla="val 6098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319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DSATUR, 300 restarts, local search that empties the top slot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504688" y="1371600"/>
            <a:ext cx="1499616" cy="2926080"/>
          </a:xfrm>
          <a:prstGeom prst="roundRect">
            <a:avLst>
              <a:gd name="adj" fmla="val 6098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25896" y="15544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0258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14416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check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14416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and bound asks: are k-1 slots possible?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87184" y="1371600"/>
            <a:ext cx="1499616" cy="2926080"/>
          </a:xfrm>
          <a:prstGeom prst="roundRect">
            <a:avLst>
              <a:gd name="adj" fmla="val 6098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708392" y="1554480"/>
            <a:ext cx="457200" cy="457200"/>
          </a:xfrm>
          <a:prstGeom prst="ellipse">
            <a:avLst/>
          </a:prstGeom>
          <a:solidFill>
            <a:srgbClr val="1248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0839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296912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296912" y="26974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re-check from raw coordinates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= largest clique of G squared. If the result equals it, the schedule is provably optimal.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743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for the 16-node grid, proven optimal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5176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4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1.78x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2743200" y="2743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gain over token passing (16 slots)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4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7.77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743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optimum on 150 random networks (2.13x gain)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0" y="164592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248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74320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pass, zero conflicts in the verifier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Demo: 4 x 4 grid, 300 m spacing, range 500 m. Random: 150 networks, 16 nodes in a 1500 m square. 80 nodes solve to optimal in 0.5 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reuse in action</a:t>
            </a:r>
            <a:endParaRPr lang="en-US" sz="3200" dirty="0"/>
          </a:p>
        </p:txBody>
      </p:sp>
      <p:pic>
        <p:nvPicPr>
          <p:cNvPr id="3" name="Image 0" descr="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206240" cy="3675888"/>
          </a:xfrm>
          <a:prstGeom prst="rect">
            <a:avLst/>
          </a:prstGeom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pic>
      <p:sp>
        <p:nvSpPr>
          <p:cNvPr id="4" name="Text 1"/>
          <p:cNvSpPr txBox="1"/>
          <p:nvPr/>
        </p:nvSpPr>
        <p:spPr>
          <a:xfrm>
            <a:off x="5029200" y="11887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01, 04, 13, 16 share slot 8 although 900 m apart.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029200" y="21031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range changes the frame length (same grid):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2560320"/>
          <a:ext cx="29260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2801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(m)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8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486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850+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CA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B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EMANE bridge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schedule.json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1887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6032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65176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emane_bridge.py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1887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schedule.xml + scenario.eel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188720"/>
            <a:ext cx="274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766560" y="118872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EAF1F7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858000" y="11887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emaneevent-tdmaschedule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432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Node_NN becomes NEM id NN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frame, 1000 us slots, slots = frame length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element per slot lists every transmitting NEM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Pathloss events (80 / 200 dB) match the 500 m model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plan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74320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scheduleAcceptFull and ScheduleInfoTable per NEM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between nodes 01 and 16 (same slot, far apart) is received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 and Rx slot status tables show no missed slots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bridge tested; EMANE runtime not yet executed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and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11887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model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1887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links have SINR and fading; use EMANE packet completion curves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nodes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0574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Recolour only the affected 2-hop neighbourhood when a node moves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260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slot per node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2608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scheduling weighted by traffic demand for unicast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7947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frequency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79476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Multi-channel reuse could shorten the frame further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Schedule Planner and Optimizer</dc:title>
  <dc:subject>PptxGenJS Presentation</dc:subject>
  <dc:creator>PptxGenJS</dc:creator>
  <cp:lastModifiedBy>PptxGenJS</cp:lastModifiedBy>
  <cp:revision>1</cp:revision>
  <dcterms:created xsi:type="dcterms:W3CDTF">2026-10-01T03:58:08Z</dcterms:created>
  <dcterms:modified xsi:type="dcterms:W3CDTF">2026-10-01T03:58:08Z</dcterms:modified>
</cp:coreProperties>
</file>